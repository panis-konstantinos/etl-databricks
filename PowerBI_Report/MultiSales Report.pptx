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7"/>
  </p:notesMasterIdLst>
  <p:sldIdLst>
    <p:sldId id="257" r:id="rId2"/>
    <p:sldId id="258" r:id="rId3"/>
    <p:sldId id="259" r:id="rId4"/>
    <p:sldId id="260" r:id="rId5"/>
    <p:sldId id="261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3C910"/>
    <a:srgbClr val="D9D9D9"/>
    <a:srgbClr val="D3D3D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34580" autoAdjust="0"/>
    <p:restoredTop sz="86410" autoAdjust="0"/>
  </p:normalViewPr>
  <p:slideViewPr>
    <p:cSldViewPr snapToGrid="0" snapToObjects="1">
      <p:cViewPr varScale="1">
        <p:scale>
          <a:sx n="71" d="100"/>
          <a:sy n="71" d="100"/>
        </p:scale>
        <p:origin x="235" y="58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7D85493-5BF5-41E6-B265-FF309C13550E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46B9EDB-A700-4CAA-915C-E55323D94F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39769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ext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b="1" dirty="0"/>
              <a:t>pageNavigator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cardVisual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cardVisual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cardVisual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slicer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ext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b="1" dirty="0"/>
              <a:t>cardVisual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Margin Amount Trend Line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Margin Amount Contribution by Month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Sales Amount Trend Line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slicer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slicer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cardVisual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ext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b="1" dirty="0"/>
              <a:t>Profit Percentage by Country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Top 5 Cost by City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Total Cost by Country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Top 5 Sales by City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Total Sales by Country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Map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ext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b="1" dirty="0"/>
              <a:t>cardVisual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slicer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actionButton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clusteredBarChart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Total Sales by Category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lineChart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tableEx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ext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b="1" dirty="0"/>
              <a:t>cardVisual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Sales Performance Benchmarking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slicer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Sales Performance Benchmarking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Total Sales and Total Target by Salesperson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pivotTable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76896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4985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68814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43315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56924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09139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81811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33904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48075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32142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26409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27ED9C8-F09A-4D9E-BEC0-4725162E21FF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36910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app.powerbi.com/groups/me/reports/908152cd-f17b-4b4a-b430-dcb85e2b9a54/?pbi_source=PowerPoint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app.powerbi.com/groups/me/reports/908152cd-f17b-4b4a-b430-dcb85e2b9a54/?pbi_source=PowerPoint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app.powerbi.com/groups/me/reports/908152cd-f17b-4b4a-b430-dcb85e2b9a54/?pbi_source=PowerPoint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app.powerbi.com/groups/me/reports/908152cd-f17b-4b4a-b430-dcb85e2b9a54/?pbi_source=PowerPoint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app.powerbi.com/groups/me/reports/908152cd-f17b-4b4a-b430-dcb85e2b9a54/?pbi_source=PowerPoint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" title="This slide contains the following visuals: pageNavigator ,cardVisual ,cardVisual ,cardVisual ,slicer. Please refer to the notes on this slide for details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" y="0"/>
            <a:ext cx="12020550" cy="6858000"/>
          </a:xfrm>
          <a:prstGeom prst="rect">
            <a:avLst/>
          </a:prstGeom>
          <a:noFill/>
        </p:spPr>
      </p:pic>
      <p:sp>
        <p:nvSpPr>
          <p:cNvPr id="4" name="Title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Summary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" title="This slide contains the following visuals: cardVisual ,Margin Amount Trend Line ,Margin Amount Contribution by Month ,Sales Amount Trend Line ,slicer ,slicer ,cardVisual. Please refer to the notes on this slide for details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" y="0"/>
            <a:ext cx="12020550" cy="6858000"/>
          </a:xfrm>
          <a:prstGeom prst="rect">
            <a:avLst/>
          </a:prstGeom>
          <a:noFill/>
        </p:spPr>
      </p:pic>
      <p:sp>
        <p:nvSpPr>
          <p:cNvPr id="4" name="Title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Sales &amp; Margin Trend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" title="This slide contains the following visuals: Profit Percentage by Country ,Top 5 Cost by City ,Total Cost by Country ,Top 5 Sales by City ,Total Sales by Country ,Map. Please refer to the notes on this slide for details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" y="0"/>
            <a:ext cx="12020550" cy="6858000"/>
          </a:xfrm>
          <a:prstGeom prst="rect">
            <a:avLst/>
          </a:prstGeom>
          <a:noFill/>
        </p:spPr>
      </p:pic>
      <p:sp>
        <p:nvSpPr>
          <p:cNvPr id="4" name="Title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Global Sales &amp; Profitability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" title="This slide contains the following visuals: cardVisual ,slicer ,actionButton ,clusteredBarChart ,Total Sales by Category ,lineChart ,tableEx. Please refer to the notes on this slide for details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" y="0"/>
            <a:ext cx="12020550" cy="6858000"/>
          </a:xfrm>
          <a:prstGeom prst="rect">
            <a:avLst/>
          </a:prstGeom>
          <a:noFill/>
        </p:spPr>
      </p:pic>
      <p:sp>
        <p:nvSpPr>
          <p:cNvPr id="4" name="Title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Product Performance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" title="This slide contains the following visuals: cardVisual ,Sales Performance Benchmarking ,slicer ,Sales Performance Benchmarking ,Total Sales and Total Target by Salesperson ,pivotTable. Please refer to the notes on this slide for details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" y="0"/>
            <a:ext cx="12020550" cy="6858000"/>
          </a:xfrm>
          <a:prstGeom prst="rect">
            <a:avLst/>
          </a:prstGeom>
          <a:noFill/>
        </p:spPr>
      </p:pic>
      <p:sp>
        <p:nvSpPr>
          <p:cNvPr id="4" name="Title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Salesperson Target Attainment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</TotalTime>
  <Words>209</Words>
  <Application>Microsoft Office PowerPoint</Application>
  <PresentationFormat>Widescreen</PresentationFormat>
  <Paragraphs>93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Aptos</vt:lpstr>
      <vt:lpstr>Arial</vt:lpstr>
      <vt:lpstr>Calibri</vt:lpstr>
      <vt:lpstr>Calibri Light</vt:lpstr>
      <vt:lpstr>Custom Design</vt:lpstr>
      <vt:lpstr>Summary</vt:lpstr>
      <vt:lpstr>Sales &amp; Margin Trend</vt:lpstr>
      <vt:lpstr>Global Sales &amp; Profitability</vt:lpstr>
      <vt:lpstr>Product Performance</vt:lpstr>
      <vt:lpstr>Salesperson Target Attainment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Power BI</dc:creator>
  <cp:lastModifiedBy>Konstantinos Panis</cp:lastModifiedBy>
  <cp:revision>5</cp:revision>
  <dcterms:created xsi:type="dcterms:W3CDTF">2016-09-04T11:54:55Z</dcterms:created>
  <dcterms:modified xsi:type="dcterms:W3CDTF">2026-03-16T19:17:01Z</dcterms:modified>
</cp:coreProperties>
</file>